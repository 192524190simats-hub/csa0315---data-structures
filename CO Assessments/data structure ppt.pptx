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0" r:id="rId6"/>
    <p:sldId id="262" r:id="rId7"/>
    <p:sldId id="263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59" d="100"/>
          <a:sy n="59" d="100"/>
        </p:scale>
        <p:origin x="92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dhulika Kunda" userId="5e79c9ada1b92af7" providerId="LiveId" clId="{F6A75A3B-26E9-4FA6-9772-D62B3F7D9189}"/>
    <pc:docChg chg="undo custSel addSld delSld modSld sldOrd">
      <pc:chgData name="Madhulika Kunda" userId="5e79c9ada1b92af7" providerId="LiveId" clId="{F6A75A3B-26E9-4FA6-9772-D62B3F7D9189}" dt="2026-07-23T11:51:00.232" v="682" actId="14100"/>
      <pc:docMkLst>
        <pc:docMk/>
      </pc:docMkLst>
      <pc:sldChg chg="modSp mod">
        <pc:chgData name="Madhulika Kunda" userId="5e79c9ada1b92af7" providerId="LiveId" clId="{F6A75A3B-26E9-4FA6-9772-D62B3F7D9189}" dt="2026-07-23T11:14:40.517" v="592" actId="20577"/>
        <pc:sldMkLst>
          <pc:docMk/>
          <pc:sldMk cId="82079261" sldId="256"/>
        </pc:sldMkLst>
        <pc:spChg chg="mod">
          <ac:chgData name="Madhulika Kunda" userId="5e79c9ada1b92af7" providerId="LiveId" clId="{F6A75A3B-26E9-4FA6-9772-D62B3F7D9189}" dt="2026-07-23T11:14:40.517" v="592" actId="20577"/>
          <ac:spMkLst>
            <pc:docMk/>
            <pc:sldMk cId="82079261" sldId="256"/>
            <ac:spMk id="2" creationId="{9992473A-7279-EB74-2D9F-A907665231EC}"/>
          </ac:spMkLst>
        </pc:spChg>
        <pc:spChg chg="mod">
          <ac:chgData name="Madhulika Kunda" userId="5e79c9ada1b92af7" providerId="LiveId" clId="{F6A75A3B-26E9-4FA6-9772-D62B3F7D9189}" dt="2026-07-23T11:02:17.139" v="585"/>
          <ac:spMkLst>
            <pc:docMk/>
            <pc:sldMk cId="82079261" sldId="256"/>
            <ac:spMk id="3" creationId="{4B870577-3779-2EFB-8EFA-40275B55FE5F}"/>
          </ac:spMkLst>
        </pc:spChg>
      </pc:sldChg>
      <pc:sldChg chg="addSp modSp mod">
        <pc:chgData name="Madhulika Kunda" userId="5e79c9ada1b92af7" providerId="LiveId" clId="{F6A75A3B-26E9-4FA6-9772-D62B3F7D9189}" dt="2026-07-23T11:42:16.630" v="677" actId="14100"/>
        <pc:sldMkLst>
          <pc:docMk/>
          <pc:sldMk cId="2286113061" sldId="257"/>
        </pc:sldMkLst>
        <pc:spChg chg="mod">
          <ac:chgData name="Madhulika Kunda" userId="5e79c9ada1b92af7" providerId="LiveId" clId="{F6A75A3B-26E9-4FA6-9772-D62B3F7D9189}" dt="2026-07-23T11:02:17.139" v="585"/>
          <ac:spMkLst>
            <pc:docMk/>
            <pc:sldMk cId="2286113061" sldId="257"/>
            <ac:spMk id="2" creationId="{E50B441B-BFE6-6749-BBA2-9C168F23231E}"/>
          </ac:spMkLst>
        </pc:spChg>
        <pc:spChg chg="mod">
          <ac:chgData name="Madhulika Kunda" userId="5e79c9ada1b92af7" providerId="LiveId" clId="{F6A75A3B-26E9-4FA6-9772-D62B3F7D9189}" dt="2026-07-23T11:42:03.654" v="672" actId="27636"/>
          <ac:spMkLst>
            <pc:docMk/>
            <pc:sldMk cId="2286113061" sldId="257"/>
            <ac:spMk id="3" creationId="{7B2E35F7-A7DE-9A7F-3B46-465849BC8BB8}"/>
          </ac:spMkLst>
        </pc:spChg>
        <pc:picChg chg="add mod">
          <ac:chgData name="Madhulika Kunda" userId="5e79c9ada1b92af7" providerId="LiveId" clId="{F6A75A3B-26E9-4FA6-9772-D62B3F7D9189}" dt="2026-07-23T11:42:16.630" v="677" actId="14100"/>
          <ac:picMkLst>
            <pc:docMk/>
            <pc:sldMk cId="2286113061" sldId="257"/>
            <ac:picMk id="5" creationId="{51DAAB31-1B13-C6DE-C31D-A8C3AAD2A051}"/>
          </ac:picMkLst>
        </pc:picChg>
      </pc:sldChg>
      <pc:sldChg chg="addSp delSp modSp mod">
        <pc:chgData name="Madhulika Kunda" userId="5e79c9ada1b92af7" providerId="LiveId" clId="{F6A75A3B-26E9-4FA6-9772-D62B3F7D9189}" dt="2026-07-23T11:42:46.352" v="679" actId="14100"/>
        <pc:sldMkLst>
          <pc:docMk/>
          <pc:sldMk cId="2873835952" sldId="258"/>
        </pc:sldMkLst>
        <pc:spChg chg="mod">
          <ac:chgData name="Madhulika Kunda" userId="5e79c9ada1b92af7" providerId="LiveId" clId="{F6A75A3B-26E9-4FA6-9772-D62B3F7D9189}" dt="2026-07-23T11:18:19.630" v="618" actId="20577"/>
          <ac:spMkLst>
            <pc:docMk/>
            <pc:sldMk cId="2873835952" sldId="258"/>
            <ac:spMk id="2" creationId="{F090DDFA-354B-E288-A2A0-80288C7EA41A}"/>
          </ac:spMkLst>
        </pc:spChg>
        <pc:spChg chg="mod">
          <ac:chgData name="Madhulika Kunda" userId="5e79c9ada1b92af7" providerId="LiveId" clId="{F6A75A3B-26E9-4FA6-9772-D62B3F7D9189}" dt="2026-07-23T11:42:46.352" v="679" actId="14100"/>
          <ac:spMkLst>
            <pc:docMk/>
            <pc:sldMk cId="2873835952" sldId="258"/>
            <ac:spMk id="4" creationId="{1995EAED-9FD8-C002-A7CC-3FE0E392C840}"/>
          </ac:spMkLst>
        </pc:spChg>
        <pc:picChg chg="add del mod">
          <ac:chgData name="Madhulika Kunda" userId="5e79c9ada1b92af7" providerId="LiveId" clId="{F6A75A3B-26E9-4FA6-9772-D62B3F7D9189}" dt="2026-07-23T11:35:01.895" v="655" actId="478"/>
          <ac:picMkLst>
            <pc:docMk/>
            <pc:sldMk cId="2873835952" sldId="258"/>
            <ac:picMk id="5" creationId="{24242014-04FF-0442-ABD6-99F8D97ED37A}"/>
          </ac:picMkLst>
        </pc:picChg>
      </pc:sldChg>
      <pc:sldChg chg="modSp del mod">
        <pc:chgData name="Madhulika Kunda" userId="5e79c9ada1b92af7" providerId="LiveId" clId="{F6A75A3B-26E9-4FA6-9772-D62B3F7D9189}" dt="2026-07-22T15:27:14.524" v="42" actId="47"/>
        <pc:sldMkLst>
          <pc:docMk/>
          <pc:sldMk cId="742852029" sldId="259"/>
        </pc:sldMkLst>
        <pc:spChg chg="mod">
          <ac:chgData name="Madhulika Kunda" userId="5e79c9ada1b92af7" providerId="LiveId" clId="{F6A75A3B-26E9-4FA6-9772-D62B3F7D9189}" dt="2026-07-22T15:22:40.541" v="1" actId="255"/>
          <ac:spMkLst>
            <pc:docMk/>
            <pc:sldMk cId="742852029" sldId="259"/>
            <ac:spMk id="2" creationId="{E50FB14B-3814-1A06-FCEE-3FEDB2AB133A}"/>
          </ac:spMkLst>
        </pc:spChg>
      </pc:sldChg>
      <pc:sldChg chg="addSp delSp modSp mod">
        <pc:chgData name="Madhulika Kunda" userId="5e79c9ada1b92af7" providerId="LiveId" clId="{F6A75A3B-26E9-4FA6-9772-D62B3F7D9189}" dt="2026-07-23T11:21:11.393" v="638" actId="5793"/>
        <pc:sldMkLst>
          <pc:docMk/>
          <pc:sldMk cId="1314731792" sldId="260"/>
        </pc:sldMkLst>
        <pc:spChg chg="mod">
          <ac:chgData name="Madhulika Kunda" userId="5e79c9ada1b92af7" providerId="LiveId" clId="{F6A75A3B-26E9-4FA6-9772-D62B3F7D9189}" dt="2026-07-23T11:02:17.139" v="585"/>
          <ac:spMkLst>
            <pc:docMk/>
            <pc:sldMk cId="1314731792" sldId="260"/>
            <ac:spMk id="2" creationId="{D7BA9E7C-FF58-9A3D-2E8A-A8D293812621}"/>
          </ac:spMkLst>
        </pc:spChg>
        <pc:spChg chg="mod">
          <ac:chgData name="Madhulika Kunda" userId="5e79c9ada1b92af7" providerId="LiveId" clId="{F6A75A3B-26E9-4FA6-9772-D62B3F7D9189}" dt="2026-07-23T11:21:11.393" v="638" actId="5793"/>
          <ac:spMkLst>
            <pc:docMk/>
            <pc:sldMk cId="1314731792" sldId="260"/>
            <ac:spMk id="3" creationId="{DB66708D-6927-32FC-16DE-68E66B6376D4}"/>
          </ac:spMkLst>
        </pc:spChg>
        <pc:spChg chg="add del mod">
          <ac:chgData name="Madhulika Kunda" userId="5e79c9ada1b92af7" providerId="LiveId" clId="{F6A75A3B-26E9-4FA6-9772-D62B3F7D9189}" dt="2026-07-23T11:20:31.868" v="631"/>
          <ac:spMkLst>
            <pc:docMk/>
            <pc:sldMk cId="1314731792" sldId="260"/>
            <ac:spMk id="4" creationId="{F789CFC9-1BD0-14E4-1CCF-4DF07F551FFB}"/>
          </ac:spMkLst>
        </pc:spChg>
      </pc:sldChg>
      <pc:sldChg chg="addSp delSp modSp new mod ord">
        <pc:chgData name="Madhulika Kunda" userId="5e79c9ada1b92af7" providerId="LiveId" clId="{F6A75A3B-26E9-4FA6-9772-D62B3F7D9189}" dt="2026-07-23T11:02:17.139" v="585"/>
        <pc:sldMkLst>
          <pc:docMk/>
          <pc:sldMk cId="3220166690" sldId="261"/>
        </pc:sldMkLst>
        <pc:spChg chg="mod">
          <ac:chgData name="Madhulika Kunda" userId="5e79c9ada1b92af7" providerId="LiveId" clId="{F6A75A3B-26E9-4FA6-9772-D62B3F7D9189}" dt="2026-07-23T11:02:17.139" v="585"/>
          <ac:spMkLst>
            <pc:docMk/>
            <pc:sldMk cId="3220166690" sldId="261"/>
            <ac:spMk id="2" creationId="{572C1809-9073-E348-F2A5-20BA3F67F159}"/>
          </ac:spMkLst>
        </pc:spChg>
        <pc:spChg chg="del">
          <ac:chgData name="Madhulika Kunda" userId="5e79c9ada1b92af7" providerId="LiveId" clId="{F6A75A3B-26E9-4FA6-9772-D62B3F7D9189}" dt="2026-07-22T15:28:07.607" v="58"/>
          <ac:spMkLst>
            <pc:docMk/>
            <pc:sldMk cId="3220166690" sldId="261"/>
            <ac:spMk id="3" creationId="{FA68EBAD-42E4-5A4D-D0E9-9EE888A52D1E}"/>
          </ac:spMkLst>
        </pc:spChg>
        <pc:spChg chg="del">
          <ac:chgData name="Madhulika Kunda" userId="5e79c9ada1b92af7" providerId="LiveId" clId="{F6A75A3B-26E9-4FA6-9772-D62B3F7D9189}" dt="2026-07-22T15:30:38.471" v="88"/>
          <ac:spMkLst>
            <pc:docMk/>
            <pc:sldMk cId="3220166690" sldId="261"/>
            <ac:spMk id="4" creationId="{2679FCF2-2331-040B-843F-C6FC3D78F9FB}"/>
          </ac:spMkLst>
        </pc:spChg>
        <pc:spChg chg="add mod">
          <ac:chgData name="Madhulika Kunda" userId="5e79c9ada1b92af7" providerId="LiveId" clId="{F6A75A3B-26E9-4FA6-9772-D62B3F7D9189}" dt="2026-07-22T15:30:17.542" v="87" actId="113"/>
          <ac:spMkLst>
            <pc:docMk/>
            <pc:sldMk cId="3220166690" sldId="261"/>
            <ac:spMk id="5" creationId="{70EF0675-E93D-0D5F-5D96-3390270C43C8}"/>
          </ac:spMkLst>
        </pc:spChg>
        <pc:spChg chg="add mod">
          <ac:chgData name="Madhulika Kunda" userId="5e79c9ada1b92af7" providerId="LiveId" clId="{F6A75A3B-26E9-4FA6-9772-D62B3F7D9189}" dt="2026-07-22T15:33:07.665" v="113" actId="113"/>
          <ac:spMkLst>
            <pc:docMk/>
            <pc:sldMk cId="3220166690" sldId="261"/>
            <ac:spMk id="6" creationId="{C91CF5CB-2477-1E4E-0502-A35C6A62A5FE}"/>
          </ac:spMkLst>
        </pc:spChg>
      </pc:sldChg>
      <pc:sldChg chg="delSp modSp new mod">
        <pc:chgData name="Madhulika Kunda" userId="5e79c9ada1b92af7" providerId="LiveId" clId="{F6A75A3B-26E9-4FA6-9772-D62B3F7D9189}" dt="2026-07-23T11:02:17.139" v="585"/>
        <pc:sldMkLst>
          <pc:docMk/>
          <pc:sldMk cId="1296365511" sldId="262"/>
        </pc:sldMkLst>
        <pc:spChg chg="mod">
          <ac:chgData name="Madhulika Kunda" userId="5e79c9ada1b92af7" providerId="LiveId" clId="{F6A75A3B-26E9-4FA6-9772-D62B3F7D9189}" dt="2026-07-23T11:02:17.139" v="585"/>
          <ac:spMkLst>
            <pc:docMk/>
            <pc:sldMk cId="1296365511" sldId="262"/>
            <ac:spMk id="2" creationId="{462CB259-E02B-E28B-B7AC-8F77483C1469}"/>
          </ac:spMkLst>
        </pc:spChg>
        <pc:spChg chg="del mod">
          <ac:chgData name="Madhulika Kunda" userId="5e79c9ada1b92af7" providerId="LiveId" clId="{F6A75A3B-26E9-4FA6-9772-D62B3F7D9189}" dt="2026-07-22T15:33:58.130" v="121" actId="478"/>
          <ac:spMkLst>
            <pc:docMk/>
            <pc:sldMk cId="1296365511" sldId="262"/>
            <ac:spMk id="3" creationId="{20169218-F87C-E05F-BC7E-996F1FFEBF36}"/>
          </ac:spMkLst>
        </pc:spChg>
      </pc:sldChg>
      <pc:sldChg chg="addSp delSp modSp new mod">
        <pc:chgData name="Madhulika Kunda" userId="5e79c9ada1b92af7" providerId="LiveId" clId="{F6A75A3B-26E9-4FA6-9772-D62B3F7D9189}" dt="2026-07-23T11:02:17.139" v="585"/>
        <pc:sldMkLst>
          <pc:docMk/>
          <pc:sldMk cId="3703792211" sldId="263"/>
        </pc:sldMkLst>
        <pc:spChg chg="mod">
          <ac:chgData name="Madhulika Kunda" userId="5e79c9ada1b92af7" providerId="LiveId" clId="{F6A75A3B-26E9-4FA6-9772-D62B3F7D9189}" dt="2026-07-23T11:02:17.139" v="585"/>
          <ac:spMkLst>
            <pc:docMk/>
            <pc:sldMk cId="3703792211" sldId="263"/>
            <ac:spMk id="2" creationId="{1097F00B-22F5-B8E8-429A-4EC7E3C670D5}"/>
          </ac:spMkLst>
        </pc:spChg>
        <pc:spChg chg="del">
          <ac:chgData name="Madhulika Kunda" userId="5e79c9ada1b92af7" providerId="LiveId" clId="{F6A75A3B-26E9-4FA6-9772-D62B3F7D9189}" dt="2026-07-22T15:38:19.506" v="143"/>
          <ac:spMkLst>
            <pc:docMk/>
            <pc:sldMk cId="3703792211" sldId="263"/>
            <ac:spMk id="3" creationId="{F9CB92DA-4F34-9484-D5E7-4E4B78A9CBE7}"/>
          </ac:spMkLst>
        </pc:spChg>
        <pc:spChg chg="add mod">
          <ac:chgData name="Madhulika Kunda" userId="5e79c9ada1b92af7" providerId="LiveId" clId="{F6A75A3B-26E9-4FA6-9772-D62B3F7D9189}" dt="2026-07-22T15:39:47.038" v="158" actId="1076"/>
          <ac:spMkLst>
            <pc:docMk/>
            <pc:sldMk cId="3703792211" sldId="263"/>
            <ac:spMk id="4" creationId="{7A2D4603-98BE-BDCC-C60C-3C38092CA185}"/>
          </ac:spMkLst>
        </pc:spChg>
      </pc:sldChg>
      <pc:sldChg chg="addSp delSp modSp new del mod">
        <pc:chgData name="Madhulika Kunda" userId="5e79c9ada1b92af7" providerId="LiveId" clId="{F6A75A3B-26E9-4FA6-9772-D62B3F7D9189}" dt="2026-07-22T15:46:14.772" v="187" actId="47"/>
        <pc:sldMkLst>
          <pc:docMk/>
          <pc:sldMk cId="4250386968" sldId="264"/>
        </pc:sldMkLst>
        <pc:spChg chg="mod">
          <ac:chgData name="Madhulika Kunda" userId="5e79c9ada1b92af7" providerId="LiveId" clId="{F6A75A3B-26E9-4FA6-9772-D62B3F7D9189}" dt="2026-07-22T15:40:33.733" v="162" actId="255"/>
          <ac:spMkLst>
            <pc:docMk/>
            <pc:sldMk cId="4250386968" sldId="264"/>
            <ac:spMk id="2" creationId="{7632C7A4-46C1-7BE6-EE80-79EAD839A1FC}"/>
          </ac:spMkLst>
        </pc:spChg>
        <pc:spChg chg="del">
          <ac:chgData name="Madhulika Kunda" userId="5e79c9ada1b92af7" providerId="LiveId" clId="{F6A75A3B-26E9-4FA6-9772-D62B3F7D9189}" dt="2026-07-22T15:41:27.386" v="163"/>
          <ac:spMkLst>
            <pc:docMk/>
            <pc:sldMk cId="4250386968" sldId="264"/>
            <ac:spMk id="3" creationId="{CC093F91-9D75-5D1F-8EE6-33701601E06B}"/>
          </ac:spMkLst>
        </pc:spChg>
        <pc:spChg chg="add mod">
          <ac:chgData name="Madhulika Kunda" userId="5e79c9ada1b92af7" providerId="LiveId" clId="{F6A75A3B-26E9-4FA6-9772-D62B3F7D9189}" dt="2026-07-22T15:44:57.324" v="173" actId="14100"/>
          <ac:spMkLst>
            <pc:docMk/>
            <pc:sldMk cId="4250386968" sldId="264"/>
            <ac:spMk id="4" creationId="{DD07AA82-5764-C109-42DA-8CED97E929F4}"/>
          </ac:spMkLst>
        </pc:spChg>
      </pc:sldChg>
      <pc:sldChg chg="addSp delSp modSp new mod">
        <pc:chgData name="Madhulika Kunda" userId="5e79c9ada1b92af7" providerId="LiveId" clId="{F6A75A3B-26E9-4FA6-9772-D62B3F7D9189}" dt="2026-07-23T11:41:39.989" v="669" actId="1076"/>
        <pc:sldMkLst>
          <pc:docMk/>
          <pc:sldMk cId="543109809" sldId="265"/>
        </pc:sldMkLst>
        <pc:spChg chg="mod">
          <ac:chgData name="Madhulika Kunda" userId="5e79c9ada1b92af7" providerId="LiveId" clId="{F6A75A3B-26E9-4FA6-9772-D62B3F7D9189}" dt="2026-07-23T11:02:17.139" v="585"/>
          <ac:spMkLst>
            <pc:docMk/>
            <pc:sldMk cId="543109809" sldId="265"/>
            <ac:spMk id="2" creationId="{0C35C7C0-AEA7-403F-9283-77CD8B4A77A7}"/>
          </ac:spMkLst>
        </pc:spChg>
        <pc:spChg chg="del">
          <ac:chgData name="Madhulika Kunda" userId="5e79c9ada1b92af7" providerId="LiveId" clId="{F6A75A3B-26E9-4FA6-9772-D62B3F7D9189}" dt="2026-07-22T15:46:44.926" v="208"/>
          <ac:spMkLst>
            <pc:docMk/>
            <pc:sldMk cId="543109809" sldId="265"/>
            <ac:spMk id="3" creationId="{A4EE874B-A2AA-7F29-D2BB-E46FF97C6E4C}"/>
          </ac:spMkLst>
        </pc:spChg>
        <pc:spChg chg="add mod">
          <ac:chgData name="Madhulika Kunda" userId="5e79c9ada1b92af7" providerId="LiveId" clId="{F6A75A3B-26E9-4FA6-9772-D62B3F7D9189}" dt="2026-07-23T11:41:39.989" v="669" actId="1076"/>
          <ac:spMkLst>
            <pc:docMk/>
            <pc:sldMk cId="543109809" sldId="265"/>
            <ac:spMk id="4" creationId="{880A9CF3-77EB-9F6E-12EF-6A298A4B9D48}"/>
          </ac:spMkLst>
        </pc:spChg>
        <pc:picChg chg="add mod">
          <ac:chgData name="Madhulika Kunda" userId="5e79c9ada1b92af7" providerId="LiveId" clId="{F6A75A3B-26E9-4FA6-9772-D62B3F7D9189}" dt="2026-07-23T11:41:31.363" v="668" actId="14100"/>
          <ac:picMkLst>
            <pc:docMk/>
            <pc:sldMk cId="543109809" sldId="265"/>
            <ac:picMk id="5" creationId="{2DA233E5-5C65-43AA-29E2-725754485E96}"/>
          </ac:picMkLst>
        </pc:picChg>
      </pc:sldChg>
      <pc:sldChg chg="modSp new mod">
        <pc:chgData name="Madhulika Kunda" userId="5e79c9ada1b92af7" providerId="LiveId" clId="{F6A75A3B-26E9-4FA6-9772-D62B3F7D9189}" dt="2026-07-23T11:02:17.139" v="585"/>
        <pc:sldMkLst>
          <pc:docMk/>
          <pc:sldMk cId="370016013" sldId="266"/>
        </pc:sldMkLst>
        <pc:spChg chg="mod">
          <ac:chgData name="Madhulika Kunda" userId="5e79c9ada1b92af7" providerId="LiveId" clId="{F6A75A3B-26E9-4FA6-9772-D62B3F7D9189}" dt="2026-07-23T11:02:17.139" v="585"/>
          <ac:spMkLst>
            <pc:docMk/>
            <pc:sldMk cId="370016013" sldId="266"/>
            <ac:spMk id="2" creationId="{FA3763D8-F169-0C44-F96A-2774783F2655}"/>
          </ac:spMkLst>
        </pc:spChg>
        <pc:spChg chg="mod">
          <ac:chgData name="Madhulika Kunda" userId="5e79c9ada1b92af7" providerId="LiveId" clId="{F6A75A3B-26E9-4FA6-9772-D62B3F7D9189}" dt="2026-07-22T15:55:26.367" v="308" actId="2710"/>
          <ac:spMkLst>
            <pc:docMk/>
            <pc:sldMk cId="370016013" sldId="266"/>
            <ac:spMk id="3" creationId="{4E94F190-2BC7-B1ED-C530-3B0EEC26045D}"/>
          </ac:spMkLst>
        </pc:spChg>
        <pc:spChg chg="mod">
          <ac:chgData name="Madhulika Kunda" userId="5e79c9ada1b92af7" providerId="LiveId" clId="{F6A75A3B-26E9-4FA6-9772-D62B3F7D9189}" dt="2026-07-23T11:02:17.139" v="585"/>
          <ac:spMkLst>
            <pc:docMk/>
            <pc:sldMk cId="370016013" sldId="266"/>
            <ac:spMk id="4" creationId="{DCDE4BC7-E267-7C93-162A-1AE2B3C0EC13}"/>
          </ac:spMkLst>
        </pc:spChg>
      </pc:sldChg>
      <pc:sldChg chg="modSp new mod">
        <pc:chgData name="Madhulika Kunda" userId="5e79c9ada1b92af7" providerId="LiveId" clId="{F6A75A3B-26E9-4FA6-9772-D62B3F7D9189}" dt="2026-07-23T11:21:23.591" v="640" actId="27636"/>
        <pc:sldMkLst>
          <pc:docMk/>
          <pc:sldMk cId="1222471309" sldId="267"/>
        </pc:sldMkLst>
        <pc:spChg chg="mod">
          <ac:chgData name="Madhulika Kunda" userId="5e79c9ada1b92af7" providerId="LiveId" clId="{F6A75A3B-26E9-4FA6-9772-D62B3F7D9189}" dt="2026-07-23T11:02:17.139" v="585"/>
          <ac:spMkLst>
            <pc:docMk/>
            <pc:sldMk cId="1222471309" sldId="267"/>
            <ac:spMk id="2" creationId="{CF53302E-E238-38B3-7B51-2CC61B397C94}"/>
          </ac:spMkLst>
        </pc:spChg>
        <pc:spChg chg="mod">
          <ac:chgData name="Madhulika Kunda" userId="5e79c9ada1b92af7" providerId="LiveId" clId="{F6A75A3B-26E9-4FA6-9772-D62B3F7D9189}" dt="2026-07-23T11:21:23.591" v="640" actId="27636"/>
          <ac:spMkLst>
            <pc:docMk/>
            <pc:sldMk cId="1222471309" sldId="267"/>
            <ac:spMk id="3" creationId="{6AF0F5FB-BDAA-F421-0829-CB11276149A3}"/>
          </ac:spMkLst>
        </pc:spChg>
      </pc:sldChg>
      <pc:sldChg chg="new del">
        <pc:chgData name="Madhulika Kunda" userId="5e79c9ada1b92af7" providerId="LiveId" clId="{F6A75A3B-26E9-4FA6-9772-D62B3F7D9189}" dt="2026-07-22T15:55:54.662" v="310" actId="47"/>
        <pc:sldMkLst>
          <pc:docMk/>
          <pc:sldMk cId="1969846249" sldId="267"/>
        </pc:sldMkLst>
      </pc:sldChg>
      <pc:sldChg chg="delSp modSp new mod">
        <pc:chgData name="Madhulika Kunda" userId="5e79c9ada1b92af7" providerId="LiveId" clId="{F6A75A3B-26E9-4FA6-9772-D62B3F7D9189}" dt="2026-07-23T11:02:17.139" v="585"/>
        <pc:sldMkLst>
          <pc:docMk/>
          <pc:sldMk cId="3737050143" sldId="268"/>
        </pc:sldMkLst>
        <pc:spChg chg="mod">
          <ac:chgData name="Madhulika Kunda" userId="5e79c9ada1b92af7" providerId="LiveId" clId="{F6A75A3B-26E9-4FA6-9772-D62B3F7D9189}" dt="2026-07-23T11:02:17.139" v="585"/>
          <ac:spMkLst>
            <pc:docMk/>
            <pc:sldMk cId="3737050143" sldId="268"/>
            <ac:spMk id="2" creationId="{8944FC58-C2DD-6EA7-7F5D-681AA5358002}"/>
          </ac:spMkLst>
        </pc:spChg>
        <pc:spChg chg="del mod">
          <ac:chgData name="Madhulika Kunda" userId="5e79c9ada1b92af7" providerId="LiveId" clId="{F6A75A3B-26E9-4FA6-9772-D62B3F7D9189}" dt="2026-07-22T15:58:33.222" v="367" actId="478"/>
          <ac:spMkLst>
            <pc:docMk/>
            <pc:sldMk cId="3737050143" sldId="268"/>
            <ac:spMk id="3" creationId="{775E17FC-B3AE-17B2-465C-43D4D3FE776A}"/>
          </ac:spMkLst>
        </pc:spChg>
      </pc:sldChg>
      <pc:sldChg chg="modSp new mod">
        <pc:chgData name="Madhulika Kunda" userId="5e79c9ada1b92af7" providerId="LiveId" clId="{F6A75A3B-26E9-4FA6-9772-D62B3F7D9189}" dt="2026-07-23T11:02:17.139" v="585"/>
        <pc:sldMkLst>
          <pc:docMk/>
          <pc:sldMk cId="689854543" sldId="269"/>
        </pc:sldMkLst>
        <pc:spChg chg="mod">
          <ac:chgData name="Madhulika Kunda" userId="5e79c9ada1b92af7" providerId="LiveId" clId="{F6A75A3B-26E9-4FA6-9772-D62B3F7D9189}" dt="2026-07-23T11:02:17.139" v="585"/>
          <ac:spMkLst>
            <pc:docMk/>
            <pc:sldMk cId="689854543" sldId="269"/>
            <ac:spMk id="2" creationId="{75B66FDE-7A6C-4EAA-6002-01188E523102}"/>
          </ac:spMkLst>
        </pc:spChg>
        <pc:spChg chg="mod">
          <ac:chgData name="Madhulika Kunda" userId="5e79c9ada1b92af7" providerId="LiveId" clId="{F6A75A3B-26E9-4FA6-9772-D62B3F7D9189}" dt="2026-07-23T11:02:17.139" v="585"/>
          <ac:spMkLst>
            <pc:docMk/>
            <pc:sldMk cId="689854543" sldId="269"/>
            <ac:spMk id="3" creationId="{3A214DD9-2854-2C8F-5436-DCE92FB8ABBA}"/>
          </ac:spMkLst>
        </pc:spChg>
      </pc:sldChg>
      <pc:sldChg chg="addSp delSp modSp new mod">
        <pc:chgData name="Madhulika Kunda" userId="5e79c9ada1b92af7" providerId="LiveId" clId="{F6A75A3B-26E9-4FA6-9772-D62B3F7D9189}" dt="2026-07-23T11:51:00.232" v="682" actId="14100"/>
        <pc:sldMkLst>
          <pc:docMk/>
          <pc:sldMk cId="3625425507" sldId="270"/>
        </pc:sldMkLst>
        <pc:spChg chg="mod">
          <ac:chgData name="Madhulika Kunda" userId="5e79c9ada1b92af7" providerId="LiveId" clId="{F6A75A3B-26E9-4FA6-9772-D62B3F7D9189}" dt="2026-07-23T11:02:17.139" v="585"/>
          <ac:spMkLst>
            <pc:docMk/>
            <pc:sldMk cId="3625425507" sldId="270"/>
            <ac:spMk id="2" creationId="{8CC39CA2-DD61-0626-3722-0498F7C1838F}"/>
          </ac:spMkLst>
        </pc:spChg>
        <pc:spChg chg="del">
          <ac:chgData name="Madhulika Kunda" userId="5e79c9ada1b92af7" providerId="LiveId" clId="{F6A75A3B-26E9-4FA6-9772-D62B3F7D9189}" dt="2026-07-23T06:22:55.492" v="408"/>
          <ac:spMkLst>
            <pc:docMk/>
            <pc:sldMk cId="3625425507" sldId="270"/>
            <ac:spMk id="3" creationId="{9D4DFFF7-10CF-ED3B-745D-F3A3E8C9F52A}"/>
          </ac:spMkLst>
        </pc:spChg>
        <pc:spChg chg="add mod">
          <ac:chgData name="Madhulika Kunda" userId="5e79c9ada1b92af7" providerId="LiveId" clId="{F6A75A3B-26E9-4FA6-9772-D62B3F7D9189}" dt="2026-07-23T11:01:05.809" v="575" actId="20577"/>
          <ac:spMkLst>
            <pc:docMk/>
            <pc:sldMk cId="3625425507" sldId="270"/>
            <ac:spMk id="4" creationId="{2ACCA031-AE35-B001-3A91-F6B1D8F4158C}"/>
          </ac:spMkLst>
        </pc:spChg>
        <pc:picChg chg="add mod">
          <ac:chgData name="Madhulika Kunda" userId="5e79c9ada1b92af7" providerId="LiveId" clId="{F6A75A3B-26E9-4FA6-9772-D62B3F7D9189}" dt="2026-07-23T11:51:00.232" v="682" actId="14100"/>
          <ac:picMkLst>
            <pc:docMk/>
            <pc:sldMk cId="3625425507" sldId="270"/>
            <ac:picMk id="5" creationId="{F9C25209-33B2-3101-1E9D-FAF0577B4D25}"/>
          </ac:picMkLst>
        </pc:picChg>
      </pc:sldChg>
      <pc:sldChg chg="modSp new mod">
        <pc:chgData name="Madhulika Kunda" userId="5e79c9ada1b92af7" providerId="LiveId" clId="{F6A75A3B-26E9-4FA6-9772-D62B3F7D9189}" dt="2026-07-23T11:02:17.139" v="585"/>
        <pc:sldMkLst>
          <pc:docMk/>
          <pc:sldMk cId="3045822391" sldId="271"/>
        </pc:sldMkLst>
        <pc:spChg chg="mod">
          <ac:chgData name="Madhulika Kunda" userId="5e79c9ada1b92af7" providerId="LiveId" clId="{F6A75A3B-26E9-4FA6-9772-D62B3F7D9189}" dt="2026-07-23T11:02:17.139" v="585"/>
          <ac:spMkLst>
            <pc:docMk/>
            <pc:sldMk cId="3045822391" sldId="271"/>
            <ac:spMk id="2" creationId="{5BE8CF88-22E2-CA84-4A2F-8F8EAFD74592}"/>
          </ac:spMkLst>
        </pc:spChg>
        <pc:spChg chg="mod">
          <ac:chgData name="Madhulika Kunda" userId="5e79c9ada1b92af7" providerId="LiveId" clId="{F6A75A3B-26E9-4FA6-9772-D62B3F7D9189}" dt="2026-07-23T11:02:17.139" v="585"/>
          <ac:spMkLst>
            <pc:docMk/>
            <pc:sldMk cId="3045822391" sldId="271"/>
            <ac:spMk id="3" creationId="{70F9D46D-128E-3FEA-3B36-A35CF5A4269D}"/>
          </ac:spMkLst>
        </pc:spChg>
        <pc:spChg chg="mod">
          <ac:chgData name="Madhulika Kunda" userId="5e79c9ada1b92af7" providerId="LiveId" clId="{F6A75A3B-26E9-4FA6-9772-D62B3F7D9189}" dt="2026-07-23T11:02:17.139" v="585"/>
          <ac:spMkLst>
            <pc:docMk/>
            <pc:sldMk cId="3045822391" sldId="271"/>
            <ac:spMk id="4" creationId="{1D043EFE-BE3F-56A2-6500-11ED031FBE39}"/>
          </ac:spMkLst>
        </pc:spChg>
      </pc:sldChg>
      <pc:sldChg chg="modSp new mod">
        <pc:chgData name="Madhulika Kunda" userId="5e79c9ada1b92af7" providerId="LiveId" clId="{F6A75A3B-26E9-4FA6-9772-D62B3F7D9189}" dt="2026-07-23T11:22:00.752" v="642" actId="2710"/>
        <pc:sldMkLst>
          <pc:docMk/>
          <pc:sldMk cId="666394372" sldId="272"/>
        </pc:sldMkLst>
        <pc:spChg chg="mod">
          <ac:chgData name="Madhulika Kunda" userId="5e79c9ada1b92af7" providerId="LiveId" clId="{F6A75A3B-26E9-4FA6-9772-D62B3F7D9189}" dt="2026-07-23T11:02:17.139" v="585"/>
          <ac:spMkLst>
            <pc:docMk/>
            <pc:sldMk cId="666394372" sldId="272"/>
            <ac:spMk id="2" creationId="{7996544C-CB8E-F00F-AB99-9DCBEA65748B}"/>
          </ac:spMkLst>
        </pc:spChg>
        <pc:spChg chg="mod">
          <ac:chgData name="Madhulika Kunda" userId="5e79c9ada1b92af7" providerId="LiveId" clId="{F6A75A3B-26E9-4FA6-9772-D62B3F7D9189}" dt="2026-07-23T11:22:00.752" v="642" actId="2710"/>
          <ac:spMkLst>
            <pc:docMk/>
            <pc:sldMk cId="666394372" sldId="272"/>
            <ac:spMk id="3" creationId="{360FB553-3667-D868-4253-067E8E33DD5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58452-2CDA-C329-23E2-E6EDF32397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EC71F2-5F3F-A430-00A6-2118A6B504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5D926-A8C4-C00D-AD77-B83C7833D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B14B9-7904-47F2-9A21-323BCD42C9E7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0F3A16-BB8A-F5A4-6FFF-60630A69F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69F5CF-7113-D26E-D9AC-713816C9C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F89C9-7A2A-4D59-B8CC-E9464258B7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5843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33AC8-7621-1A36-9783-E1BFB4DF2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54860C-C558-5BD7-1954-A9877F3D3E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D337BD-76AD-604C-8473-8B6FFD728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B14B9-7904-47F2-9A21-323BCD42C9E7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2F74FB-3558-07AE-812B-2719BAB85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64E3EE-7A5F-2DA2-D5B0-2CF868571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F89C9-7A2A-4D59-B8CC-E9464258B7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7956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2A57E-C4E1-CF10-34DF-E4E072DD8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888377-3BC8-5DBB-8065-AB9D6EC289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4B57F0-8ABE-0790-002B-713FB6428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B14B9-7904-47F2-9A21-323BCD42C9E7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B6E0AE-3541-4702-ED4E-B52C732F8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C562F5-8E89-C518-1589-4CC82FB32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F89C9-7A2A-4D59-B8CC-E9464258B7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0514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7F1D2-DDF8-CB2C-5888-6D033410F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EF300-74AB-A7A2-4DD3-EB6C590D80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5EE431-D43E-3AC8-F7CE-94C4E0D9C1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CAB335-A02D-E729-B0A2-CDA76F0DE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B14B9-7904-47F2-9A21-323BCD42C9E7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6201C1-4010-113F-D4DE-2AB1721DB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7ADA8-09A6-2F6E-6125-E11A3FE48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F89C9-7A2A-4D59-B8CC-E9464258B7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1740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ACBB7-A200-1157-D788-EE9E4574F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8B8981-DD7E-1704-E0C9-6DC3173039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4A6AF4-47B3-04A7-C765-9D5BAC2827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2093C6-A135-D272-358F-5B337E4BA4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A89828-ED8C-8361-F94B-BE73D07DF1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432046-78FB-5D7C-F45F-7BB08B95D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B14B9-7904-47F2-9A21-323BCD42C9E7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66B491-4B0C-6585-60E7-CEE1184CB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364977-F933-CA8B-80E1-120C88615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F89C9-7A2A-4D59-B8CC-E9464258B7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9813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ACBA6-BD1A-9761-82B6-831E69331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844294-F8F1-9B07-994F-A0C228120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B14B9-7904-47F2-9A21-323BCD42C9E7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C4356E-3F10-FFF0-BB32-941827C9B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6DD1CF-7717-7461-CA44-3FE83CB65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F89C9-7A2A-4D59-B8CC-E9464258B7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3374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6A0D38-AF9D-6BBB-C0A9-3698E8DED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B14B9-7904-47F2-9A21-323BCD42C9E7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670931-CC21-C894-7221-190E9393F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9925AD-519C-8171-3DE7-2AB189594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F89C9-7A2A-4D59-B8CC-E9464258B7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0305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419AB-15FE-9182-D16D-646C151F7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980B30-C2BD-F435-B0F5-B77D9A44C8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37B39D-E7EE-DDD9-5B8F-3B2D3C87FA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3FD3B0-362D-9187-3796-67B0C28EA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B14B9-7904-47F2-9A21-323BCD42C9E7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7BF1B9-B00A-0AAB-E8B5-2671C13E9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0107C1-3707-1A5D-5F44-216665ED7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F89C9-7A2A-4D59-B8CC-E9464258B7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9482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EE105-4D22-8F7B-0BF1-32066A74A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0902E4-25F8-6266-C8AC-F1E3EE9D8E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360E6A-38C9-C553-CE5D-C74464E9B4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F957A3-6FA2-114A-657D-79113739D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B14B9-7904-47F2-9A21-323BCD42C9E7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E876B6-CBDE-10B4-912D-6BFF882EE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CC2582-E7CD-D93D-FB79-433793CF3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F89C9-7A2A-4D59-B8CC-E9464258B7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1961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01DA2-2A82-956C-7F74-6CA508BC9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378C72-BA14-7DF6-589A-E4EC554F7B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2A0DB1-6FA6-DB9F-9B38-CEF624DF6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B14B9-7904-47F2-9A21-323BCD42C9E7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38CA30-A2BD-4C6F-0591-B01760127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37902B-7D01-E85A-11B8-CC97A42A6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F89C9-7A2A-4D59-B8CC-E9464258B7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3534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6011A4-EAE1-2E6F-480B-A0756AA12C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45092A-C1AD-9762-D170-BBCF91C1DD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CC90AB-8A07-0936-6244-3E99AEEB3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B14B9-7904-47F2-9A21-323BCD42C9E7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2ED8AE-6070-7FEF-624B-FF3CDC69E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7680CD-6B5A-A0D5-45FE-85F164B75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F89C9-7A2A-4D59-B8CC-E9464258B7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8593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379825-7D4F-07A7-A35C-AC57E632D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16A5A7-A2EA-866B-425D-E40D9A8406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0F9345-D721-9639-A482-E6A444C840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0B14B9-7904-47F2-9A21-323BCD42C9E7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E26CEF-0660-9D9D-A935-0642FC2312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5F6ED-FFD2-E91C-78C7-3A068AFAB9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9F89C9-7A2A-4D59-B8CC-E9464258B7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7949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2473A-7279-EB74-2D9F-A907665231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133599"/>
          </a:xfrm>
        </p:spPr>
        <p:txBody>
          <a:bodyPr>
            <a:normAutofit/>
          </a:bodyPr>
          <a:lstStyle/>
          <a:p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Playlist Management in a Music Streaming Application Using  Doubly Linked List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870577-3779-2EFB-8EFA-40275B55FE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 0315 – Data Structures</a:t>
            </a:r>
          </a:p>
          <a:p>
            <a:endParaRPr 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 algn="r"/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 Madhulika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079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B441B-BFE6-6749-BBA2-9C168F232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2E35F7-A7DE-9A7F-3B46-465849BC8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6063343" cy="4486275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Music streaming applications allow users to create and manage personalized playlists. </a:t>
            </a:r>
          </a:p>
          <a:p>
            <a:pPr algn="just">
              <a:lnSpc>
                <a:spcPct val="150000"/>
              </a:lnSpc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add, remove, reorder, and play songs at any time. </a:t>
            </a:r>
          </a:p>
          <a:p>
            <a:pPr algn="just">
              <a:lnSpc>
                <a:spcPct val="150000"/>
              </a:lnSpc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playlists change frequently, an efficient and flexible data structure is required. </a:t>
            </a:r>
          </a:p>
          <a:p>
            <a:pPr algn="just">
              <a:lnSpc>
                <a:spcPct val="150000"/>
              </a:lnSpc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Doubly Linked List is well suited for managing dynamic playlists because it supports easy insertion, deletion, and navigation.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DAAB31-1B13-C6DE-C31D-A8C3AAD2A0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6971" y="3004457"/>
            <a:ext cx="4103915" cy="1883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1130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0DDFA-354B-E288-A2A0-80288C7EA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Doubly Linked List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995EAED-9FD8-C002-A7CC-3FE0E392C84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199" y="2103602"/>
            <a:ext cx="10515599" cy="36522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Doubly Linked List is a linear dynamic data structure consisting of interconnected nodes. </a:t>
            </a:r>
          </a:p>
          <a:p>
            <a:pPr algn="just">
              <a:lnSpc>
                <a:spcPct val="150000"/>
              </a:lnSpc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node contains three fields: previous pointer, data, and next pointer. </a:t>
            </a:r>
          </a:p>
          <a:p>
            <a:pPr algn="just">
              <a:lnSpc>
                <a:spcPct val="150000"/>
              </a:lnSpc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bidirectional traversal, enabling movement in both forward and backward directions. </a:t>
            </a:r>
          </a:p>
          <a:p>
            <a:pPr algn="just">
              <a:lnSpc>
                <a:spcPct val="150000"/>
              </a:lnSpc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is allocated dynamically, allowing the list to grow or shrink during execution. </a:t>
            </a:r>
          </a:p>
          <a:p>
            <a:pPr algn="just">
              <a:lnSpc>
                <a:spcPct val="150000"/>
              </a:lnSpc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commonly used in applications such as music playlists, browser history, undo/redo operations, and navigation systems.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3835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C1809-9073-E348-F2A5-20BA3F67F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Operations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0EF0675-E93D-0D5F-5D96-3390270C43C8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767668" y="2200801"/>
            <a:ext cx="4929555" cy="3600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Insertion 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 a new song at the beginning, end, or </a:t>
            </a:r>
          </a:p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specific position. 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Requires updating only the relevant link(s). </a:t>
            </a:r>
          </a:p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Deletion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Remove a song from the playlist. 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Adjust the links to maintain the sequence.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C91CF5CB-2477-1E4E-0502-A35C6A62A5FE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6172201" y="1969970"/>
            <a:ext cx="4929555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Traversal 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Visit each song one by one for displaying or playing the playlist. 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Starts from the head node and continues until null. </a:t>
            </a:r>
          </a:p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Searching 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Find a song by its title, artist, or other attributes by traversing the list.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01666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A9E7C-FF58-9A3D-2E8A-A8D293812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6708D-6927-32FC-16DE-68E66B6376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insertion and deletion.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navigation between previous and next nodes.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memory allocation.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need to shift elements during updates.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playlist and browser history management. </a:t>
            </a:r>
          </a:p>
          <a:p>
            <a:pPr marL="0" indent="0" algn="just">
              <a:buNone/>
            </a:pP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just">
              <a:lnSpc>
                <a:spcPct val="150000"/>
              </a:lnSpc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 Lists provide efficient playlist management by enabling dynamic storage and easy modification of songs while maintaining their sequence.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47317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CB259-E02B-E28B-B7AC-8F77483C14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Dictionary Word Search Using Hash Table</a:t>
            </a:r>
            <a:b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6365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7F00B-22F5-B8E8-429A-4EC7E3C67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A2D4603-98BE-BDCC-C60C-3C38092CA1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87007"/>
            <a:ext cx="9699171" cy="3083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dictionary application stores a large collection of words along with their meanings. 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Users expect search results to be displayed instantly after entering a word. 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 the number of stored words increases, search efficiency becomes more important. 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Choosing the appropriate data structure improves the speed and performance of the application. 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Hash Table is widely used because it provides fast word lookup. </a:t>
            </a:r>
          </a:p>
        </p:txBody>
      </p:sp>
    </p:spTree>
    <p:extLst>
      <p:ext uri="{BB962C8B-B14F-4D97-AF65-F5344CB8AC3E}">
        <p14:creationId xmlns:p14="http://schemas.microsoft.com/office/powerpoint/2010/main" val="3703792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5C7C0-AEA7-403F-9283-77CD8B4A7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Hash Table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80A9CF3-77EB-9F6E-12EF-6A298A4B9D4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40228" y="1672319"/>
            <a:ext cx="6509657" cy="44689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Hash Table is a data structure that stores data as key–value pairs. 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uses a hash function to convert a key (word) into an index. 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word is stored at the calculated index for quick retrieval. 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Searching is performed by calculating the same hash value and checking the corresponding location. 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Average search time complexity is O(1).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A233E5-5C65-43AA-29E2-725754485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4429" y="2477324"/>
            <a:ext cx="3777343" cy="2508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1098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763D8-F169-0C44-F96A-2774783F2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Operations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94F190-2BC7-B1ED-C530-3B0EEC2604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7903" y="1825625"/>
            <a:ext cx="5022668" cy="4351338"/>
          </a:xfrm>
        </p:spPr>
        <p:txBody>
          <a:bodyPr>
            <a:normAutofit fontScale="25000" lnSpcReduction="20000"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en-GB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</a:t>
            </a:r>
          </a:p>
          <a:p>
            <a:pPr algn="just">
              <a:lnSpc>
                <a:spcPct val="120000"/>
              </a:lnSpc>
            </a:pPr>
            <a:r>
              <a:rPr lang="en-GB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word (key) is processed using a hash function. </a:t>
            </a:r>
          </a:p>
          <a:p>
            <a:pPr algn="just">
              <a:lnSpc>
                <a:spcPct val="120000"/>
              </a:lnSpc>
            </a:pPr>
            <a:r>
              <a:rPr lang="en-GB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generated hash value determines the index where the word is stored. 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GB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Searching</a:t>
            </a:r>
          </a:p>
          <a:p>
            <a:pPr algn="just">
              <a:lnSpc>
                <a:spcPct val="120000"/>
              </a:lnSpc>
            </a:pPr>
            <a:r>
              <a:rPr lang="en-GB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input word is passed through the same hash function. </a:t>
            </a:r>
          </a:p>
          <a:p>
            <a:pPr algn="just">
              <a:lnSpc>
                <a:spcPct val="120000"/>
              </a:lnSpc>
            </a:pPr>
            <a:r>
              <a:rPr lang="en-GB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corresponding index is checked to determine whether the word exists. 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DE4BC7-E267-7C93-162A-1AE2B3C0EC1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25000" lnSpcReduction="20000"/>
          </a:bodyPr>
          <a:lstStyle/>
          <a:p>
            <a:pPr marL="0" indent="0" algn="just">
              <a:lnSpc>
                <a:spcPct val="170000"/>
              </a:lnSpc>
              <a:buNone/>
            </a:pPr>
            <a:r>
              <a:rPr lang="en-GB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Deletion</a:t>
            </a:r>
          </a:p>
          <a:p>
            <a:pPr algn="just">
              <a:lnSpc>
                <a:spcPct val="120000"/>
              </a:lnSpc>
            </a:pPr>
            <a:r>
              <a:rPr lang="en-GB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word is located using the hash function and removed from the hash table. </a:t>
            </a:r>
          </a:p>
          <a:p>
            <a:pPr algn="just">
              <a:lnSpc>
                <a:spcPct val="120000"/>
              </a:lnSpc>
            </a:pPr>
            <a:r>
              <a:rPr lang="en-GB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table is updated to maintain correct access. 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GB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Collision Handling</a:t>
            </a:r>
          </a:p>
          <a:p>
            <a:pPr algn="just">
              <a:lnSpc>
                <a:spcPct val="120000"/>
              </a:lnSpc>
            </a:pPr>
            <a:r>
              <a:rPr lang="en-GB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two different words produce the same hash index, a collision occurs. </a:t>
            </a:r>
          </a:p>
          <a:p>
            <a:pPr algn="just">
              <a:lnSpc>
                <a:spcPct val="120000"/>
              </a:lnSpc>
            </a:pPr>
            <a:r>
              <a:rPr lang="en-GB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techniques: </a:t>
            </a:r>
          </a:p>
          <a:p>
            <a:pPr lvl="1" algn="just">
              <a:lnSpc>
                <a:spcPct val="120000"/>
              </a:lnSpc>
            </a:pPr>
            <a:r>
              <a:rPr lang="en-GB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Separate Chaining </a:t>
            </a:r>
          </a:p>
          <a:p>
            <a:pPr lvl="1" algn="just">
              <a:lnSpc>
                <a:spcPct val="120000"/>
              </a:lnSpc>
            </a:pPr>
            <a:r>
              <a:rPr lang="en-GB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Probing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0160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3302E-E238-38B3-7B51-2CC61B397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0F5FB-BDAA-F421-0829-CB1127614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algn="just">
              <a:lnSpc>
                <a:spcPct val="100000"/>
              </a:lnSpc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fast searching </a:t>
            </a:r>
          </a:p>
          <a:p>
            <a:pPr algn="just">
              <a:lnSpc>
                <a:spcPct val="100000"/>
              </a:lnSpc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insertion </a:t>
            </a:r>
          </a:p>
          <a:p>
            <a:pPr algn="just">
              <a:lnSpc>
                <a:spcPct val="100000"/>
              </a:lnSpc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implementation </a:t>
            </a:r>
          </a:p>
          <a:p>
            <a:pPr algn="just">
              <a:lnSpc>
                <a:spcPct val="100000"/>
              </a:lnSpc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dictionary and spell-check applications </a:t>
            </a:r>
          </a:p>
          <a:p>
            <a:pPr algn="just">
              <a:lnSpc>
                <a:spcPct val="100000"/>
              </a:lnSpc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search time compared to linear search</a:t>
            </a:r>
          </a:p>
          <a:p>
            <a:pPr algn="just">
              <a:lnSpc>
                <a:spcPct val="100000"/>
              </a:lnSpc>
            </a:pP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just">
              <a:lnSpc>
                <a:spcPct val="150000"/>
              </a:lnSpc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Hash Tables enable fast and efficient word lookup, making them the ideal choice for dictionary applications.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24713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4FC58-C2DD-6EA7-7F5D-681AA53580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Scheduling System Using Priority Queue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70501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66FDE-7A6C-4EAA-6002-01188E523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214DD9-2854-2C8F-5436-DCE92FB8AB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169434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task scheduling system manages multiple jobs that need to be executed. </a:t>
            </a:r>
          </a:p>
          <a:p>
            <a:pPr>
              <a:lnSpc>
                <a:spcPct val="150000"/>
              </a:lnSpc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task is assigned a priority level based on its importance. </a:t>
            </a:r>
          </a:p>
          <a:p>
            <a:pPr>
              <a:lnSpc>
                <a:spcPct val="150000"/>
              </a:lnSpc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Higher-priority tasks should be executed before lower-priority tasks. </a:t>
            </a:r>
          </a:p>
          <a:p>
            <a:pPr>
              <a:lnSpc>
                <a:spcPct val="150000"/>
              </a:lnSpc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scheduling system requires a data structure that supports efficient insertion and quick retrieval of the highest-priority task. </a:t>
            </a:r>
          </a:p>
          <a:p>
            <a:pPr>
              <a:lnSpc>
                <a:spcPct val="150000"/>
              </a:lnSpc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Priority Queue is the most suitable data structure for this purpose.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98545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39CA2-DD61-0626-3722-0498F7C18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Queue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ACCA031-AE35-B001-3A91-F6B1D8F4158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23332" y="1634112"/>
            <a:ext cx="8810525" cy="3083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Priority Queue is a data structure in which each element has an associated priority.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Elements are removed based on priority, not on the order of insertion.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is commonly implemented using a Heap (Binary Heap).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highest-priority task is always available at the front of the queue.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Heap implementation provides efficient scheduling operations.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C25209-33B2-3101-1E9D-FAF0577B4D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5111" y="5012395"/>
            <a:ext cx="6369377" cy="1116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4255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8CF88-22E2-CA84-4A2F-8F8EAFD74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Operations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F9D46D-128E-3FEA-3B36-A35CF5A4269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(Enqueue)</a:t>
            </a:r>
          </a:p>
          <a:p>
            <a:pPr algn="just">
              <a:lnSpc>
                <a:spcPct val="100000"/>
              </a:lnSpc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a new task with its priority. </a:t>
            </a:r>
          </a:p>
          <a:p>
            <a:pPr algn="just">
              <a:lnSpc>
                <a:spcPct val="100000"/>
              </a:lnSpc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heap rearranges to maintain priority order. </a:t>
            </a:r>
          </a:p>
          <a:p>
            <a:pPr algn="just">
              <a:lnSpc>
                <a:spcPct val="100000"/>
              </a:lnSpc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Complexity: O(log n) 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(Dequeue)</a:t>
            </a:r>
          </a:p>
          <a:p>
            <a:pPr algn="just">
              <a:lnSpc>
                <a:spcPct val="100000"/>
              </a:lnSpc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Removes the task with the highest priority. </a:t>
            </a:r>
          </a:p>
          <a:p>
            <a:pPr algn="just">
              <a:lnSpc>
                <a:spcPct val="100000"/>
              </a:lnSpc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Heap is reorganized after removal. </a:t>
            </a:r>
          </a:p>
          <a:p>
            <a:pPr algn="just">
              <a:lnSpc>
                <a:spcPct val="100000"/>
              </a:lnSpc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Complexity: O(log n)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043EFE-BE3F-56A2-6500-11ED031FBE3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Peek</a:t>
            </a:r>
          </a:p>
          <a:p>
            <a:pPr algn="just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the highest-priority task without removing it. </a:t>
            </a:r>
          </a:p>
          <a:p>
            <a:pPr algn="just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Complexity: O(1) </a:t>
            </a:r>
          </a:p>
          <a:p>
            <a:pPr marL="0" indent="0" algn="just">
              <a:buNone/>
            </a:pP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Priority</a:t>
            </a:r>
          </a:p>
          <a:p>
            <a:pPr algn="just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Modify the priority of an existing task. </a:t>
            </a:r>
          </a:p>
          <a:p>
            <a:pPr algn="just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Heap adjusts to maintain the correct order. </a:t>
            </a:r>
          </a:p>
          <a:p>
            <a:pPr algn="just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Complexity: O(log n)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58223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6544C-CB8E-F00F-AB99-9DCBEA657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0FB553-3667-D868-4253-067E8E33DD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886" y="1690688"/>
            <a:ext cx="10515600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</a:t>
            </a:r>
          </a:p>
          <a:p>
            <a:pPr algn="just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execution of high-priority tasks. </a:t>
            </a:r>
          </a:p>
          <a:p>
            <a:pPr algn="just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insertion and deletion. </a:t>
            </a:r>
          </a:p>
          <a:p>
            <a:pPr algn="just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overall scheduling performance. </a:t>
            </a:r>
          </a:p>
          <a:p>
            <a:pPr algn="just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real-time applications. </a:t>
            </a:r>
          </a:p>
          <a:p>
            <a:pPr algn="just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Optimizes CPU and resource utilization.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Priority Queue ensures efficient and reliable task scheduling by executing the highest-priority jobs first while maintaining optimal performance.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6394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125</TotalTime>
  <Words>880</Words>
  <Application>Microsoft Office PowerPoint</Application>
  <PresentationFormat>Widescreen</PresentationFormat>
  <Paragraphs>119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Times New Roman</vt:lpstr>
      <vt:lpstr>Office Theme</vt:lpstr>
      <vt:lpstr>Playlist Management in a Music Streaming Application Using  Doubly Linked List</vt:lpstr>
      <vt:lpstr>Introduction</vt:lpstr>
      <vt:lpstr>Doubly Linked List</vt:lpstr>
      <vt:lpstr>Operations</vt:lpstr>
      <vt:lpstr>Advantages</vt:lpstr>
      <vt:lpstr>Dictionary Word Search Using Hash Table </vt:lpstr>
      <vt:lpstr>Introduction</vt:lpstr>
      <vt:lpstr>Hash Table</vt:lpstr>
      <vt:lpstr>Operations</vt:lpstr>
      <vt:lpstr>Advantages</vt:lpstr>
      <vt:lpstr>Task Scheduling System Using Priority Queue</vt:lpstr>
      <vt:lpstr>Introduction</vt:lpstr>
      <vt:lpstr>Priority Queue</vt:lpstr>
      <vt:lpstr>Operations</vt:lpstr>
      <vt:lpstr>Advantages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Madhulika Kunda</dc:creator>
  <cp:lastModifiedBy>Madhulika Kunda</cp:lastModifiedBy>
  <cp:revision>1</cp:revision>
  <dcterms:created xsi:type="dcterms:W3CDTF">2026-07-21T06:29:10Z</dcterms:created>
  <dcterms:modified xsi:type="dcterms:W3CDTF">2026-07-23T11:51:11Z</dcterms:modified>
</cp:coreProperties>
</file>